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Scalable Brain</a:t>
            </a:r>
          </a:p>
          <a:p>
            <a:r>
              <a:t>Adaptive Algorithmic Trading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Leveraging Data Engineering &amp; ML for Market Regime Detection</a:t>
            </a:r>
          </a:p>
          <a:p/>
          <a:p>
            <a:r>
              <a:t>Presented by: [Your Name]</a:t>
            </a:r>
          </a:p>
          <a:p>
            <a:r>
              <a:t>IT Analytics, NSCC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Problem:</a:t>
            </a:r>
          </a:p>
          <a:p>
            <a:pPr lvl="1">
              <a:defRPr sz="1800"/>
            </a:pPr>
            <a:r>
              <a:t> Static Fragility: Fixed rules fail when market volatility shifts.</a:t>
            </a:r>
          </a:p>
          <a:p>
            <a:pPr lvl="1">
              <a:defRPr sz="1800"/>
            </a:pPr>
            <a:r>
              <a:t> Data Overload: Human traders cannot process 24/5 global data.</a:t>
            </a:r>
          </a:p>
          <a:p>
            <a:pPr lvl="1">
              <a:defRPr sz="1800"/>
            </a:pPr>
            <a:r>
              <a:t> Lack of Analytics: Retail systems lack enterprise-grade auditing.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Solution:</a:t>
            </a:r>
          </a:p>
          <a:p>
            <a:pPr lvl="1">
              <a:defRPr sz="1800"/>
            </a:pPr>
            <a:r>
              <a:t> Dynamic Adaptation: ML detects 'Market Regimes' (Bull/Bear/Chop).</a:t>
            </a:r>
          </a:p>
          <a:p>
            <a:pPr lvl="1">
              <a:defRPr sz="1800"/>
            </a:pPr>
            <a:r>
              <a:t> Asset Agnostic: Scalable from Forex to Stocks.</a:t>
            </a:r>
          </a:p>
          <a:p>
            <a:pPr lvl="1">
              <a:defRPr sz="1800"/>
            </a:pPr>
            <a:r>
              <a:t> Enterprise Stack: Python Brain + SQL Server Storage +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(ETL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Ingestion Layer (Python):</a:t>
            </a:r>
          </a:p>
          <a:p>
            <a:pPr lvl="1">
              <a:defRPr sz="1800"/>
            </a:pPr>
            <a:r>
              <a:t> Fetches Oanda/Yahoo Finance data.</a:t>
            </a:r>
          </a:p>
          <a:p>
            <a:pPr lvl="1">
              <a:defRPr sz="1800"/>
            </a:pPr>
            <a:r>
              <a:t> Normalizes raw JSON into structured DataFrames.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Processing Layer (Python ML):</a:t>
            </a:r>
          </a:p>
          <a:p>
            <a:pPr lvl="1">
              <a:defRPr sz="1800"/>
            </a:pPr>
            <a:r>
              <a:t> Regime Detection: Classifies volatility state.</a:t>
            </a:r>
          </a:p>
          <a:p>
            <a:pPr lvl="1">
              <a:defRPr sz="1800"/>
            </a:pPr>
            <a:r>
              <a:t> Signal Generation: Applies logic based on active regime.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Storage &amp; Presentation:</a:t>
            </a:r>
          </a:p>
          <a:p>
            <a:pPr lvl="1">
              <a:defRPr sz="1800"/>
            </a:pPr>
            <a:r>
              <a:t> SQL Server: Central Data Warehouse (Fact/Dim tables).</a:t>
            </a:r>
          </a:p>
          <a:p>
            <a:pPr lvl="1">
              <a:defRPr sz="1800"/>
            </a:pPr>
            <a:r>
              <a:t> Power BI: Risk dashboards and performance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Logic: 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Component: Regime Detection (Process 2.0)</a:t>
            </a:r>
          </a:p>
          <a:p>
            <a:pPr lvl="1">
              <a:defRPr sz="1800"/>
            </a:pPr>
            <a:r>
              <a:t> Analyzes Volatility (ATR/VIX) to tag the market state.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Component: Strategy Generator (Process 3.0)</a:t>
            </a:r>
          </a:p>
          <a:p>
            <a:pPr lvl="1">
              <a:defRPr sz="1800"/>
            </a:pPr>
            <a:r>
              <a:t> Inputs: Price Data + Active Regime.</a:t>
            </a:r>
          </a:p>
          <a:p>
            <a:pPr lvl="1">
              <a:defRPr sz="1800"/>
            </a:pPr>
            <a:r>
              <a:t> Logic: 'If Choppy, disable Trend Strategy.'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Validation Loop (Process 6.0)</a:t>
            </a:r>
          </a:p>
          <a:p>
            <a:pPr lvl="1">
              <a:defRPr sz="1800"/>
            </a:pPr>
            <a:r>
              <a:t> System automatically grades predictions against future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Design: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Optimized for Power BI Reporting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Dimension Tables (Context):</a:t>
            </a:r>
          </a:p>
          <a:p>
            <a:pPr lvl="1">
              <a:defRPr sz="1800"/>
            </a:pPr>
            <a:r>
              <a:t> Dim_Asset: Currency pairs and symbols.</a:t>
            </a:r>
          </a:p>
          <a:p>
            <a:pPr lvl="1">
              <a:defRPr sz="1800"/>
            </a:pPr>
            <a:r>
              <a:t> Dim_Strategy_Registry: The rulebook for algorithms.</a:t>
            </a:r>
          </a:p>
          <a:p>
            <a:pPr lvl="1">
              <a:defRPr sz="1800"/>
            </a:pPr>
            <a:r>
              <a:t> Dim_Market_Regime: Definitions of market states.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Fact Tables (Transactions):</a:t>
            </a:r>
          </a:p>
          <a:p>
            <a:pPr lvl="1">
              <a:defRPr sz="1800"/>
            </a:pPr>
            <a:r>
              <a:t> Fact_Market_Prices: Historical OHLCV data.</a:t>
            </a:r>
          </a:p>
          <a:p>
            <a:pPr lvl="1">
              <a:defRPr sz="1800"/>
            </a:pPr>
            <a:r>
              <a:t> Fact_Signals: Log of every generated prediction.</a:t>
            </a:r>
          </a:p>
          <a:p>
            <a:pPr lvl="1">
              <a:defRPr sz="1800"/>
            </a:pPr>
            <a:r>
              <a:t> Fact_Trade_Results: P&amp;L, Swap Fees, Duration.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Project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Enterprise Stack:</a:t>
            </a:r>
          </a:p>
          <a:p>
            <a:pPr lvl="1">
              <a:defRPr sz="1800"/>
            </a:pPr>
            <a:r>
              <a:t> Language: Python 3.12 (Pandas, SQLAlchemy, Oanda API).</a:t>
            </a:r>
          </a:p>
          <a:p>
            <a:pPr lvl="1">
              <a:defRPr sz="1800"/>
            </a:pPr>
            <a:r>
              <a:t> Database: Microsoft SQL Server (Docker on Fedora).</a:t>
            </a:r>
          </a:p>
          <a:p>
            <a:pPr lvl="1">
              <a:defRPr sz="1800"/>
            </a:pPr>
            <a:r>
              <a:t> BI Tool: Microsoft Power BI.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Current Status:</a:t>
            </a:r>
          </a:p>
          <a:p>
            <a:pPr lvl="1">
              <a:defRPr sz="1800"/>
            </a:pPr>
            <a:r>
              <a:t> ✅ Data Ingestion Pipeline built.</a:t>
            </a:r>
          </a:p>
          <a:p>
            <a:pPr lvl="1">
              <a:defRPr sz="1800"/>
            </a:pPr>
            <a:r>
              <a:t> ✅ SQL Server Schema implemented.</a:t>
            </a:r>
          </a:p>
          <a:p>
            <a:pPr lvl="1">
              <a:defRPr sz="1800"/>
            </a:pPr>
            <a:r>
              <a:t> ✅ API connectivity established.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Steps:</a:t>
            </a:r>
          </a:p>
          <a:p>
            <a:pPr lvl="1">
              <a:defRPr sz="1800"/>
            </a:pPr>
            <a:r>
              <a:t> Finalize Regime Detection algorithm.</a:t>
            </a:r>
          </a:p>
          <a:p>
            <a:pPr lvl="1">
              <a:defRPr sz="1800"/>
            </a:pPr>
            <a:r>
              <a:t> Build Power BI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